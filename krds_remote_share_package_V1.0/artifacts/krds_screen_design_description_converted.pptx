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6a45d75a474edc" /><Relationship Type="http://schemas.openxmlformats.org/officeDocument/2006/relationships/extended-properties" Target="/docProps/app.xml" Id="R2b1812f2a13447db" /><Relationship Type="http://schemas.openxmlformats.org/officeDocument/2006/relationships/officeDocument" Target="/ppt/presentation.xml" Id="R4df502c9426447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daa90d7d814d8c"/>
  </p:sldMasterIdLst>
  <p:notesMasterIdLst>
    <p:notesMasterId xmlns:r="http://schemas.openxmlformats.org/officeDocument/2006/relationships" r:id="R0fad1116d57640e5"/>
  </p:notesMasterIdLst>
  <p:sldIdLst>
    <p:sldId xmlns:r="http://schemas.openxmlformats.org/officeDocument/2006/relationships" id="256" r:id="R3723faa32692468c"/>
    <p:sldId xmlns:r="http://schemas.openxmlformats.org/officeDocument/2006/relationships" id="257" r:id="R743d0dad3f1a44f6"/>
    <p:sldId xmlns:r="http://schemas.openxmlformats.org/officeDocument/2006/relationships" id="258" r:id="Ra6ea536fc3f54240"/>
    <p:sldId xmlns:r="http://schemas.openxmlformats.org/officeDocument/2006/relationships" id="259" r:id="R32796f601d05446b"/>
    <p:sldId xmlns:r="http://schemas.openxmlformats.org/officeDocument/2006/relationships" id="260" r:id="R7c110b6f9b084dcb"/>
    <p:sldId xmlns:r="http://schemas.openxmlformats.org/officeDocument/2006/relationships" id="261" r:id="Ra2b1d19c977d4fc3"/>
    <p:sldId xmlns:r="http://schemas.openxmlformats.org/officeDocument/2006/relationships" id="262" r:id="Rb8115a99f8f946d0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a678e5d364d78" /><Relationship Type="http://schemas.openxmlformats.org/officeDocument/2006/relationships/slideMaster" Target="/ppt/slideMasters/slideMaster1.xml" Id="R69daa90d7d814d8c" /><Relationship Type="http://schemas.openxmlformats.org/officeDocument/2006/relationships/notesMaster" Target="/ppt/notesMasters/notesMaster1.xml" Id="R0fad1116d57640e5" /><Relationship Type="http://schemas.openxmlformats.org/officeDocument/2006/relationships/presProps" Target="/ppt/presProps.xml" Id="Rd2e8cdeed0bf4e77" /><Relationship Type="http://schemas.openxmlformats.org/officeDocument/2006/relationships/viewProps" Target="/ppt/viewProps.xml" Id="R2800f7a7afe94b7b" /><Relationship Type="http://schemas.openxmlformats.org/officeDocument/2006/relationships/tableStyles" Target="/ppt/tableStyles.xml" Id="Rcbdd6f93e48e4b34" /><Relationship Type="http://schemas.openxmlformats.org/officeDocument/2006/relationships/slide" Target="/ppt/slides/slide1.xml" Id="R3723faa32692468c" /><Relationship Type="http://schemas.openxmlformats.org/officeDocument/2006/relationships/slide" Target="/ppt/slides/slide2.xml" Id="R743d0dad3f1a44f6" /><Relationship Type="http://schemas.openxmlformats.org/officeDocument/2006/relationships/slide" Target="/ppt/slides/slide3.xml" Id="Ra6ea536fc3f54240" /><Relationship Type="http://schemas.openxmlformats.org/officeDocument/2006/relationships/slide" Target="/ppt/slides/slide4.xml" Id="R32796f601d05446b" /><Relationship Type="http://schemas.openxmlformats.org/officeDocument/2006/relationships/slide" Target="/ppt/slides/slide5.xml" Id="R7c110b6f9b084dcb" /><Relationship Type="http://schemas.openxmlformats.org/officeDocument/2006/relationships/slide" Target="/ppt/slides/slide6.xml" Id="Ra2b1d19c977d4fc3" /><Relationship Type="http://schemas.openxmlformats.org/officeDocument/2006/relationships/slide" Target="/ppt/slides/slide7.xml" Id="Rb8115a99f8f9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f5ec4761747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26892994a24025" /><Relationship Type="http://schemas.openxmlformats.org/officeDocument/2006/relationships/notesMaster" Target="/ppt/notesMasters/notesMaster1.xml" Id="Rf8a71db703ee46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44f978811b462b" /><Relationship Type="http://schemas.openxmlformats.org/officeDocument/2006/relationships/notesMaster" Target="/ppt/notesMasters/notesMaster1.xml" Id="Re96090f6167e4d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30084b22604bb1" /><Relationship Type="http://schemas.openxmlformats.org/officeDocument/2006/relationships/notesMaster" Target="/ppt/notesMasters/notesMaster1.xml" Id="R4c9ab3fbe9cf48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7332dfaad47fe" /><Relationship Type="http://schemas.openxmlformats.org/officeDocument/2006/relationships/notesMaster" Target="/ppt/notesMasters/notesMaster1.xml" Id="R5fd43674884e47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f64bfda67349c0" /><Relationship Type="http://schemas.openxmlformats.org/officeDocument/2006/relationships/notesMaster" Target="/ppt/notesMasters/notesMaster1.xml" Id="R4fe0d13dfb70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a959a9feea4ff6" /><Relationship Type="http://schemas.openxmlformats.org/officeDocument/2006/relationships/notesMaster" Target="/ppt/notesMasters/notesMaster1.xml" Id="R61ceeba718b244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9cf7e6d6d44382" /><Relationship Type="http://schemas.openxmlformats.org/officeDocument/2006/relationships/notesMaster" Target="/ppt/notesMasters/notesMaster1.xml" Id="Rf2714b5f9e2545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f789f06a74f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dc0fa3156e4563" /><Relationship Type="http://schemas.openxmlformats.org/officeDocument/2006/relationships/slideLayout" Target="/ppt/slideLayouts/slideLayout1.xml" Id="Re5d94ee6844145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94ee6844145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0823fe67442c7" /><Relationship Type="http://schemas.openxmlformats.org/officeDocument/2006/relationships/image" Target="/ppt/media/image.png" Id="R8a6244c5ea6944e9" /><Relationship Type="http://schemas.openxmlformats.org/officeDocument/2006/relationships/notesSlide" Target="/ppt/notesSlides/notesSlide1.xml" Id="R93bcb9c17e1f45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30b23735d48d3" /><Relationship Type="http://schemas.openxmlformats.org/officeDocument/2006/relationships/image" Target="/ppt/media/image2.png" Id="R289c6e1943b14dd3" /><Relationship Type="http://schemas.openxmlformats.org/officeDocument/2006/relationships/notesSlide" Target="/ppt/notesSlides/notesSlide2.xml" Id="Ra74bb6973cd74f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4c34b144a440d" /><Relationship Type="http://schemas.openxmlformats.org/officeDocument/2006/relationships/image" Target="/ppt/media/image3.png" Id="R0c7c41bb957b4308" /><Relationship Type="http://schemas.openxmlformats.org/officeDocument/2006/relationships/notesSlide" Target="/ppt/notesSlides/notesSlide3.xml" Id="R723f432b1c454f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b2e90f663488f" /><Relationship Type="http://schemas.openxmlformats.org/officeDocument/2006/relationships/image" Target="/ppt/media/image4.png" Id="Rbd0216ec045842b6" /><Relationship Type="http://schemas.openxmlformats.org/officeDocument/2006/relationships/notesSlide" Target="/ppt/notesSlides/notesSlide4.xml" Id="R231c2acc20494c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ab3822a32476f" /><Relationship Type="http://schemas.openxmlformats.org/officeDocument/2006/relationships/image" Target="/ppt/media/image5.png" Id="R2211426bce4c4d55" /><Relationship Type="http://schemas.openxmlformats.org/officeDocument/2006/relationships/notesSlide" Target="/ppt/notesSlides/notesSlide5.xml" Id="R1a0e1b0c444640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49091aafd4382" /><Relationship Type="http://schemas.openxmlformats.org/officeDocument/2006/relationships/image" Target="/ppt/media/image6.png" Id="R2599a05b1a3b4e69" /><Relationship Type="http://schemas.openxmlformats.org/officeDocument/2006/relationships/notesSlide" Target="/ppt/notesSlides/notesSlide6.xml" Id="Rf3495fe798c747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14eb6ed2b4206" /><Relationship Type="http://schemas.openxmlformats.org/officeDocument/2006/relationships/image" Target="/ppt/media/image7.png" Id="R3e8159497bee4eaf" /><Relationship Type="http://schemas.openxmlformats.org/officeDocument/2006/relationships/notesSlide" Target="/ppt/notesSlides/notesSlide7.xml" Id="R95624d1a715b4d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B284F-2E13-4A3D-8C71-2438833D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529FF-7C4F-4C19-9D32-E03585F1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표지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244c5ea6944e9"/>
          <a:stretch xmlns:a="http://schemas.openxmlformats.org/drawingml/2006/main"/>
        </p:blipFill>
        <p:spPr>
          <a:xfrm xmlns:a="http://schemas.openxmlformats.org/drawingml/2006/main">
            <a:off x="400050" y="1333435"/>
            <a:ext cx="14439900" cy="601993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0ABBC-FC2D-40A1-ADC9-42562504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28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12444827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4E596-CC18-4366-9552-C5239DE3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88EEF-CC0D-4661-97EC-7AD314B7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히스토리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c6e1943b14dd3"/>
          <a:stretch xmlns:a="http://schemas.openxmlformats.org/drawingml/2006/main"/>
        </p:blipFill>
        <p:spPr>
          <a:xfrm xmlns:a="http://schemas.openxmlformats.org/drawingml/2006/main">
            <a:off x="400050" y="2523536"/>
            <a:ext cx="14439900" cy="363972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6819F-49CF-4D48-A0CA-897C6FF4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28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917730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5C7754-6DB5-415D-B1F3-8A3198D8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B6406-8454-45DD-ABBF-35DBD78F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워크플로우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c41bb957b4308"/>
          <a:stretch xmlns:a="http://schemas.openxmlformats.org/drawingml/2006/main"/>
        </p:blipFill>
        <p:spPr>
          <a:xfrm xmlns:a="http://schemas.openxmlformats.org/drawingml/2006/main">
            <a:off x="1341738" y="514350"/>
            <a:ext cx="12556524" cy="7658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8BE0C-DB3D-487F-8078-1B5AD793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28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14955006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D458E-D29B-4F05-B168-655124C1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1C652-1FD8-4A59-BFCB-05628FD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와이어프레임_PC용 · 메인 페이지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216ec045842b6"/>
          <a:stretch xmlns:a="http://schemas.openxmlformats.org/drawingml/2006/main"/>
        </p:blipFill>
        <p:spPr>
          <a:xfrm xmlns:a="http://schemas.openxmlformats.org/drawingml/2006/main">
            <a:off x="2850884" y="514350"/>
            <a:ext cx="9538232" cy="7658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5C2AB-C0AE-409F-A76B-2C6219DD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28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20609147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E04AA2-1357-43DF-A1D5-4205E83B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4169D-494E-4438-8E98-A62D3270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와이어프레임_PC용 · 컴포넌트 목록/상세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1426bce4c4d55"/>
          <a:stretch xmlns:a="http://schemas.openxmlformats.org/drawingml/2006/main"/>
        </p:blipFill>
        <p:spPr>
          <a:xfrm xmlns:a="http://schemas.openxmlformats.org/drawingml/2006/main">
            <a:off x="2681916" y="514350"/>
            <a:ext cx="9876168" cy="7658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DAFB4-12FF-4133-B55A-F0CDBBC0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28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14143449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C2B1E3-D4C8-410A-90FC-8533773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20B1B-8B9C-41E1-A16C-136A723E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와이어프레임_모바일용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9a05b1a3b4e69"/>
          <a:stretch xmlns:a="http://schemas.openxmlformats.org/drawingml/2006/main"/>
        </p:blipFill>
        <p:spPr>
          <a:xfrm xmlns:a="http://schemas.openxmlformats.org/drawingml/2006/main">
            <a:off x="2148855" y="514350"/>
            <a:ext cx="10942290" cy="7658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02051-21BD-408E-B12A-5252216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28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593094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FA2FC8-93EC-4A20-9A06-0BD8ED69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7FA4C-3ECB-4F0C-9E8B-A5AA573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공통 컴포넌트/상태 디스크립션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159497bee4eaf"/>
          <a:stretch xmlns:a="http://schemas.openxmlformats.org/drawingml/2006/main"/>
        </p:blipFill>
        <p:spPr>
          <a:xfrm xmlns:a="http://schemas.openxmlformats.org/drawingml/2006/main">
            <a:off x="400050" y="2042537"/>
            <a:ext cx="14439900" cy="460172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EDF10-EDB5-46F5-8A00-9E48E7C2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28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1089095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2026-06-10T06:33:04.2700000Z</dcterms:created>
  <dcterms:modified xsi:type="dcterms:W3CDTF">2026-06-10T06:33:04.2700000Z</dcterms:modified>
</coreProperties>
</file>